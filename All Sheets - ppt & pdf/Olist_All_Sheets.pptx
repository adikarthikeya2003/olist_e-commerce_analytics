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5F31E10-E8D0-4C80-A789-4B76B7B39AE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olist_proj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068B713-7C20-4423-831B-D2D42104090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6/1/26 04:21:17 CDT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thly Growth" id="2" name="slide2">
            <a:extLst>
              <a:ext uri="{FF2B5EF4-FFF2-40B4-BE49-F238E27FC236}">
                <a16:creationId xmlns:a16="http://schemas.microsoft.com/office/drawing/2014/main" id="{0915E4BF-48E6-40D4-98FB-621BD22417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618" y="0"/>
            <a:ext cx="9754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ak Shopping Hours" id="3" name="slide3">
            <a:extLst>
              <a:ext uri="{FF2B5EF4-FFF2-40B4-BE49-F238E27FC236}">
                <a16:creationId xmlns:a16="http://schemas.microsoft.com/office/drawing/2014/main" id="{4A45627A-7624-4666-A534-CB916761EC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977" y="0"/>
            <a:ext cx="8952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livery Performance" id="4" name="slide4">
            <a:extLst>
              <a:ext uri="{FF2B5EF4-FFF2-40B4-BE49-F238E27FC236}">
                <a16:creationId xmlns:a16="http://schemas.microsoft.com/office/drawing/2014/main" id="{72658BCE-E198-48BE-82B9-4D2A0472DB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734" y="0"/>
            <a:ext cx="47945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Loyalty" id="5" name="slide5">
            <a:extLst>
              <a:ext uri="{FF2B5EF4-FFF2-40B4-BE49-F238E27FC236}">
                <a16:creationId xmlns:a16="http://schemas.microsoft.com/office/drawing/2014/main" id="{DD8C1B37-D81F-46AB-B645-5676422375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900362"/>
            <a:ext cx="152400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by State" id="6" name="slide6">
            <a:extLst>
              <a:ext uri="{FF2B5EF4-FFF2-40B4-BE49-F238E27FC236}">
                <a16:creationId xmlns:a16="http://schemas.microsoft.com/office/drawing/2014/main" id="{E31FBD0E-C7FF-43A1-A065-17F6401098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366" y="0"/>
            <a:ext cx="5357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by Category" id="7" name="slide7">
            <a:extLst>
              <a:ext uri="{FF2B5EF4-FFF2-40B4-BE49-F238E27FC236}">
                <a16:creationId xmlns:a16="http://schemas.microsoft.com/office/drawing/2014/main" id="{DFAAE987-A114-4253-8784-5C1CFEC141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37" y="1319212"/>
            <a:ext cx="110585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list E-Commerce: Revenue, Delivery &amp;amp; Retention" id="8" name="slide8">
            <a:extLst>
              <a:ext uri="{FF2B5EF4-FFF2-40B4-BE49-F238E27FC236}">
                <a16:creationId xmlns:a16="http://schemas.microsoft.com/office/drawing/2014/main" id="{36173595-62A7-4DF9-BB75-7AC54819FE1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62" y="0"/>
            <a:ext cx="10762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2026-06-01T09:21:17Z</dcterms:created>
  <dcterms:modified xsi:type="dcterms:W3CDTF">2026-06-01T09:21:17Z</dcterms:modified>
</cp:coreProperties>
</file>